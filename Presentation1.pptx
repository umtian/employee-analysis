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4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4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8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1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2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4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1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DE990-D86C-4BD7-B2AB-BC37A5C439FD}" type="datetimeFigureOut">
              <a:rPr lang="en-US" smtClean="0"/>
              <a:t>3/2/2024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A89DD-46D9-45FE-B416-51FFFDAC7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0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816" y="3450211"/>
            <a:ext cx="956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Over all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58737" y="345021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7" name="Half Frame 6"/>
          <p:cNvSpPr/>
          <p:nvPr/>
        </p:nvSpPr>
        <p:spPr>
          <a:xfrm flipV="1">
            <a:off x="5320705" y="457771"/>
            <a:ext cx="2079336" cy="2059185"/>
          </a:xfrm>
          <a:prstGeom prst="halfFrame">
            <a:avLst>
              <a:gd name="adj1" fmla="val 3556"/>
              <a:gd name="adj2" fmla="val 41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09877" y="65876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08822" y="110348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42568" y="167410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647531" y="148529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04062" y="214762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876131" y="196660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47531" y="2592344"/>
            <a:ext cx="103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Experice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413678" y="1103480"/>
            <a:ext cx="8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Salary  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8" idx="3"/>
          </p:cNvCxnSpPr>
          <p:nvPr/>
        </p:nvCxnSpPr>
        <p:spPr>
          <a:xfrm flipV="1">
            <a:off x="6543623" y="537328"/>
            <a:ext cx="1016673" cy="30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98414" y="321045"/>
            <a:ext cx="13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Department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670851" y="69037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Gender   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8" idx="3"/>
          </p:cNvCxnSpPr>
          <p:nvPr/>
        </p:nvCxnSpPr>
        <p:spPr>
          <a:xfrm>
            <a:off x="6543623" y="843426"/>
            <a:ext cx="1016673" cy="70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Half Frame 22"/>
          <p:cNvSpPr/>
          <p:nvPr/>
        </p:nvSpPr>
        <p:spPr>
          <a:xfrm flipV="1">
            <a:off x="5480960" y="3906951"/>
            <a:ext cx="2079336" cy="2059185"/>
          </a:xfrm>
          <a:prstGeom prst="halfFrame">
            <a:avLst>
              <a:gd name="adj1" fmla="val 3556"/>
              <a:gd name="adj2" fmla="val 41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32" y="410794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069077" y="455266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402823" y="512328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807786" y="493447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564317" y="559680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036386" y="541578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807786" y="6041524"/>
            <a:ext cx="14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Departments 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484986" y="4736840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Salaries   </a:t>
            </a:r>
            <a:endParaRPr lang="en-US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376313" y="3634877"/>
            <a:ext cx="593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027575" y="2043433"/>
            <a:ext cx="1988165" cy="1591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027575" y="3634877"/>
            <a:ext cx="1514114" cy="100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29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554766" y="2904871"/>
            <a:ext cx="119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1719683" y="2535539"/>
            <a:ext cx="119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1651260" y="3274203"/>
            <a:ext cx="1376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Department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17477" y="2535539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performance rank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69877" y="303994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Experince</a:t>
            </a:r>
            <a:r>
              <a:rPr lang="en-US" dirty="0" smtClean="0"/>
              <a:t> = or &lt;&gt; x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48019" y="3482511"/>
            <a:ext cx="126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Less leaves </a:t>
            </a:r>
            <a:endParaRPr lang="en-US" dirty="0"/>
          </a:p>
        </p:txBody>
      </p:sp>
      <p:sp>
        <p:nvSpPr>
          <p:cNvPr id="12" name="Half Frame 11"/>
          <p:cNvSpPr/>
          <p:nvPr/>
        </p:nvSpPr>
        <p:spPr>
          <a:xfrm flipV="1">
            <a:off x="7988491" y="768856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Half Frame 12"/>
          <p:cNvSpPr/>
          <p:nvPr/>
        </p:nvSpPr>
        <p:spPr>
          <a:xfrm flipV="1">
            <a:off x="7988490" y="2583244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Half Frame 13"/>
          <p:cNvSpPr/>
          <p:nvPr/>
        </p:nvSpPr>
        <p:spPr>
          <a:xfrm flipV="1">
            <a:off x="7967339" y="4514440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Left Brace 14"/>
          <p:cNvSpPr/>
          <p:nvPr/>
        </p:nvSpPr>
        <p:spPr>
          <a:xfrm>
            <a:off x="1276910" y="2749104"/>
            <a:ext cx="374350" cy="709765"/>
          </a:xfrm>
          <a:prstGeom prst="leftBrace">
            <a:avLst>
              <a:gd name="adj1" fmla="val 0"/>
              <a:gd name="adj2" fmla="val 526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/>
          <p:cNvSpPr/>
          <p:nvPr/>
        </p:nvSpPr>
        <p:spPr>
          <a:xfrm>
            <a:off x="3120272" y="2749104"/>
            <a:ext cx="311085" cy="733407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9" idx="1"/>
            <a:endCxn id="7" idx="1"/>
          </p:cNvCxnSpPr>
          <p:nvPr/>
        </p:nvCxnSpPr>
        <p:spPr>
          <a:xfrm flipV="1">
            <a:off x="3431357" y="2720205"/>
            <a:ext cx="886120" cy="395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1"/>
            <a:endCxn id="9" idx="1"/>
          </p:cNvCxnSpPr>
          <p:nvPr/>
        </p:nvCxnSpPr>
        <p:spPr>
          <a:xfrm>
            <a:off x="3431357" y="3115808"/>
            <a:ext cx="1038520" cy="108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1"/>
            <a:endCxn id="10" idx="1"/>
          </p:cNvCxnSpPr>
          <p:nvPr/>
        </p:nvCxnSpPr>
        <p:spPr>
          <a:xfrm>
            <a:off x="3431357" y="3115808"/>
            <a:ext cx="1116662" cy="551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6645897" y="1984914"/>
            <a:ext cx="1131216" cy="598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444067" y="3262050"/>
            <a:ext cx="1117818" cy="12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826827" y="3673381"/>
            <a:ext cx="1667482" cy="144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95160" y="1984914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286100" y="1246349"/>
            <a:ext cx="59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rank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141824" y="3837775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031569" y="22714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960533" y="37993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8398" y="289057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Experince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141824" y="5748430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102679" y="5336981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Leaves 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960533" y="399524"/>
            <a:ext cx="75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Show 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772534" y="1376885"/>
            <a:ext cx="1748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Combine option 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54806" y="425945"/>
            <a:ext cx="1851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want/ main </a:t>
            </a:r>
            <a:br>
              <a:rPr lang="en-US" dirty="0" smtClean="0"/>
            </a:br>
            <a:r>
              <a:rPr lang="en-US" dirty="0" smtClean="0"/>
              <a:t>option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9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641023" y="3195686"/>
            <a:ext cx="1206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Salary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59637" y="2112448"/>
            <a:ext cx="14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department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59637" y="3565018"/>
            <a:ext cx="115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Experince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0364" y="1927782"/>
            <a:ext cx="2112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general department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9636" y="483292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Gender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16338" y="451712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Male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22985" y="5157648"/>
            <a:ext cx="89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feMale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989814" y="2297114"/>
            <a:ext cx="28281" cy="89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3" idx="1"/>
          </p:cNvCxnSpPr>
          <p:nvPr/>
        </p:nvCxnSpPr>
        <p:spPr>
          <a:xfrm flipV="1">
            <a:off x="1406519" y="2297114"/>
            <a:ext cx="2053118" cy="1083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4" idx="1"/>
          </p:cNvCxnSpPr>
          <p:nvPr/>
        </p:nvCxnSpPr>
        <p:spPr>
          <a:xfrm>
            <a:off x="1543384" y="3380352"/>
            <a:ext cx="1916253" cy="36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6" idx="1"/>
          </p:cNvCxnSpPr>
          <p:nvPr/>
        </p:nvCxnSpPr>
        <p:spPr>
          <a:xfrm>
            <a:off x="1596355" y="3478491"/>
            <a:ext cx="1863281" cy="1539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7" idx="1"/>
          </p:cNvCxnSpPr>
          <p:nvPr/>
        </p:nvCxnSpPr>
        <p:spPr>
          <a:xfrm flipV="1">
            <a:off x="4450613" y="4701788"/>
            <a:ext cx="1365725" cy="455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8" idx="1"/>
          </p:cNvCxnSpPr>
          <p:nvPr/>
        </p:nvCxnSpPr>
        <p:spPr>
          <a:xfrm>
            <a:off x="4450613" y="5157648"/>
            <a:ext cx="1372372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3" idx="3"/>
            <a:endCxn id="3" idx="3"/>
          </p:cNvCxnSpPr>
          <p:nvPr/>
        </p:nvCxnSpPr>
        <p:spPr>
          <a:xfrm>
            <a:off x="4873294" y="229711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uble Brace 23"/>
          <p:cNvSpPr/>
          <p:nvPr/>
        </p:nvSpPr>
        <p:spPr>
          <a:xfrm>
            <a:off x="4993917" y="1847828"/>
            <a:ext cx="1802810" cy="898572"/>
          </a:xfrm>
          <a:prstGeom prst="bracePair">
            <a:avLst>
              <a:gd name="adj" fmla="val 104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uble Brace 24"/>
          <p:cNvSpPr/>
          <p:nvPr/>
        </p:nvSpPr>
        <p:spPr>
          <a:xfrm>
            <a:off x="4993917" y="3216262"/>
            <a:ext cx="1444591" cy="1064947"/>
          </a:xfrm>
          <a:prstGeom prst="bracePair">
            <a:avLst>
              <a:gd name="adj" fmla="val 104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232512" y="1698585"/>
            <a:ext cx="1484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Top HR</a:t>
            </a:r>
            <a:br>
              <a:rPr lang="en-US" sz="1400" dirty="0" smtClean="0"/>
            </a:br>
            <a:r>
              <a:rPr lang="en-US" sz="1400" dirty="0" smtClean="0"/>
              <a:t>top </a:t>
            </a:r>
            <a:r>
              <a:rPr lang="en-US" sz="1400" dirty="0" err="1" smtClean="0"/>
              <a:t>markiting</a:t>
            </a:r>
            <a:endParaRPr lang="en-US" sz="1400" dirty="0" smtClean="0"/>
          </a:p>
          <a:p>
            <a:r>
              <a:rPr lang="en-US" sz="1400" dirty="0" smtClean="0"/>
              <a:t>Top IT</a:t>
            </a:r>
            <a:br>
              <a:rPr lang="en-US" sz="1400" dirty="0" smtClean="0"/>
            </a:br>
            <a:r>
              <a:rPr lang="en-US" sz="1400" dirty="0" smtClean="0"/>
              <a:t>top engineering</a:t>
            </a:r>
            <a:br>
              <a:rPr lang="en-US" sz="1400" dirty="0" smtClean="0"/>
            </a:br>
            <a:r>
              <a:rPr lang="en-US" sz="1400" dirty="0" smtClean="0"/>
              <a:t>top finance </a:t>
            </a:r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5240011" y="3148518"/>
            <a:ext cx="10983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HR</a:t>
            </a:r>
            <a:br>
              <a:rPr lang="en-US" sz="1400" dirty="0" smtClean="0"/>
            </a:br>
            <a:r>
              <a:rPr lang="en-US" sz="1400" dirty="0" err="1" smtClean="0"/>
              <a:t>enginnering</a:t>
            </a:r>
            <a:r>
              <a:rPr lang="en-US" sz="1400" dirty="0" smtClean="0"/>
              <a:t> </a:t>
            </a:r>
            <a:br>
              <a:rPr lang="en-US" sz="1400" dirty="0" smtClean="0"/>
            </a:br>
            <a:r>
              <a:rPr lang="en-US" sz="1400" dirty="0" smtClean="0"/>
              <a:t>marketing </a:t>
            </a:r>
            <a:br>
              <a:rPr lang="en-US" sz="1400" dirty="0" smtClean="0"/>
            </a:br>
            <a:r>
              <a:rPr lang="en-US" sz="1400" dirty="0" smtClean="0"/>
              <a:t>IT</a:t>
            </a:r>
            <a:br>
              <a:rPr lang="en-US" sz="1400" dirty="0" smtClean="0"/>
            </a:br>
            <a:r>
              <a:rPr lang="en-US" sz="1400" dirty="0" smtClean="0"/>
              <a:t>finance</a:t>
            </a:r>
            <a:endParaRPr lang="en-US" sz="1400" dirty="0"/>
          </a:p>
        </p:txBody>
      </p:sp>
      <p:sp>
        <p:nvSpPr>
          <p:cNvPr id="32" name="Double Brace 31"/>
          <p:cNvSpPr/>
          <p:nvPr/>
        </p:nvSpPr>
        <p:spPr>
          <a:xfrm>
            <a:off x="6677775" y="4315870"/>
            <a:ext cx="1126458" cy="771835"/>
          </a:xfrm>
          <a:prstGeom prst="bracePair">
            <a:avLst>
              <a:gd name="adj" fmla="val 104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846111" y="4251665"/>
            <a:ext cx="86754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HR</a:t>
            </a:r>
            <a:br>
              <a:rPr lang="en-US" sz="1050" dirty="0" smtClean="0"/>
            </a:br>
            <a:r>
              <a:rPr lang="en-US" sz="1050" dirty="0" err="1" smtClean="0"/>
              <a:t>enginnering</a:t>
            </a:r>
            <a:r>
              <a:rPr lang="en-US" sz="1050" dirty="0" smtClean="0"/>
              <a:t> </a:t>
            </a:r>
            <a:br>
              <a:rPr lang="en-US" sz="1050" dirty="0" smtClean="0"/>
            </a:br>
            <a:r>
              <a:rPr lang="en-US" sz="1050" dirty="0" smtClean="0"/>
              <a:t>marketing </a:t>
            </a:r>
            <a:br>
              <a:rPr lang="en-US" sz="1050" dirty="0" smtClean="0"/>
            </a:br>
            <a:r>
              <a:rPr lang="en-US" sz="1050" dirty="0" smtClean="0"/>
              <a:t>IT</a:t>
            </a:r>
            <a:br>
              <a:rPr lang="en-US" sz="1050" dirty="0" smtClean="0"/>
            </a:br>
            <a:r>
              <a:rPr lang="en-US" sz="1050" dirty="0" smtClean="0"/>
              <a:t>finance</a:t>
            </a:r>
            <a:endParaRPr lang="en-US" sz="1050" dirty="0"/>
          </a:p>
        </p:txBody>
      </p:sp>
      <p:sp>
        <p:nvSpPr>
          <p:cNvPr id="34" name="Double Brace 33"/>
          <p:cNvSpPr/>
          <p:nvPr/>
        </p:nvSpPr>
        <p:spPr>
          <a:xfrm>
            <a:off x="6725996" y="5216115"/>
            <a:ext cx="1126458" cy="771835"/>
          </a:xfrm>
          <a:prstGeom prst="bracePair">
            <a:avLst>
              <a:gd name="adj" fmla="val 104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894332" y="5151910"/>
            <a:ext cx="86754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smtClean="0"/>
              <a:t>HR</a:t>
            </a:r>
            <a:br>
              <a:rPr lang="en-US" sz="1050" dirty="0" smtClean="0"/>
            </a:br>
            <a:r>
              <a:rPr lang="en-US" sz="1050" dirty="0" err="1" smtClean="0"/>
              <a:t>enginnering</a:t>
            </a:r>
            <a:r>
              <a:rPr lang="en-US" sz="1050" dirty="0" smtClean="0"/>
              <a:t> </a:t>
            </a:r>
            <a:br>
              <a:rPr lang="en-US" sz="1050" dirty="0" smtClean="0"/>
            </a:br>
            <a:r>
              <a:rPr lang="en-US" sz="1050" dirty="0" smtClean="0"/>
              <a:t>marketing </a:t>
            </a:r>
            <a:br>
              <a:rPr lang="en-US" sz="1050" dirty="0" smtClean="0"/>
            </a:br>
            <a:r>
              <a:rPr lang="en-US" sz="1050" dirty="0" smtClean="0"/>
              <a:t>IT</a:t>
            </a:r>
            <a:br>
              <a:rPr lang="en-US" sz="1050" dirty="0" smtClean="0"/>
            </a:br>
            <a:r>
              <a:rPr lang="en-US" sz="1050" dirty="0" smtClean="0"/>
              <a:t>finance</a:t>
            </a:r>
            <a:endParaRPr lang="en-US" sz="1050" dirty="0"/>
          </a:p>
        </p:txBody>
      </p:sp>
      <p:sp>
        <p:nvSpPr>
          <p:cNvPr id="36" name="Half Frame 35"/>
          <p:cNvSpPr/>
          <p:nvPr/>
        </p:nvSpPr>
        <p:spPr>
          <a:xfrm flipV="1">
            <a:off x="824120" y="288361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1332" y="1521866"/>
            <a:ext cx="1130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departments</a:t>
            </a:r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89624" y="690655"/>
            <a:ext cx="7489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salaries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913403" y="872525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Avarage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1" name="Half Frame 40"/>
          <p:cNvSpPr/>
          <p:nvPr/>
        </p:nvSpPr>
        <p:spPr>
          <a:xfrm flipV="1">
            <a:off x="8946170" y="823755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435833" y="1827162"/>
            <a:ext cx="148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HR, finance, </a:t>
            </a:r>
            <a:r>
              <a:rPr lang="en-US" sz="1400" dirty="0" err="1" smtClean="0"/>
              <a:t>IT,etc</a:t>
            </a:r>
            <a:endParaRPr lang="en-US" sz="1400" dirty="0"/>
          </a:p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9624" y="690655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salaries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9038706" y="2060600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salaries</a:t>
            </a:r>
            <a:endParaRPr lang="en-US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9190439" y="1270104"/>
            <a:ext cx="80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 10</a:t>
            </a:r>
            <a:endParaRPr lang="en-US" dirty="0"/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7022969" y="1847828"/>
            <a:ext cx="1503971" cy="358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Half Frame 47"/>
          <p:cNvSpPr/>
          <p:nvPr/>
        </p:nvSpPr>
        <p:spPr>
          <a:xfrm flipV="1">
            <a:off x="8894188" y="2822517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912726" y="4038575"/>
            <a:ext cx="938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Experince</a:t>
            </a:r>
            <a:r>
              <a:rPr lang="en-US" sz="1400" dirty="0" smtClean="0"/>
              <a:t> </a:t>
            </a:r>
            <a:endParaRPr lang="en-US" sz="1400" dirty="0"/>
          </a:p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107710" y="3349292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salaries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10187874" y="3748735"/>
            <a:ext cx="148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HR, finance, </a:t>
            </a:r>
            <a:r>
              <a:rPr lang="en-US" sz="1400" dirty="0" err="1" smtClean="0"/>
              <a:t>IT,etc</a:t>
            </a:r>
            <a:endParaRPr lang="en-US" sz="1400" dirty="0"/>
          </a:p>
          <a:p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6592219" y="3531971"/>
            <a:ext cx="1380569" cy="201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406029" y="1350530"/>
            <a:ext cx="483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freq</a:t>
            </a:r>
            <a:endParaRPr lang="en-US" sz="1400" dirty="0"/>
          </a:p>
        </p:txBody>
      </p:sp>
      <p:sp>
        <p:nvSpPr>
          <p:cNvPr id="56" name="Half Frame 55"/>
          <p:cNvSpPr/>
          <p:nvPr/>
        </p:nvSpPr>
        <p:spPr>
          <a:xfrm flipV="1">
            <a:off x="8973858" y="4850526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066394" y="6087371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salaries</a:t>
            </a:r>
            <a:endParaRPr 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8433717" y="5377301"/>
            <a:ext cx="483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/>
              <a:t>freq</a:t>
            </a:r>
            <a:endParaRPr lang="en-US" sz="1400" dirty="0"/>
          </a:p>
        </p:txBody>
      </p:sp>
      <p:sp>
        <p:nvSpPr>
          <p:cNvPr id="60" name="TextBox 59"/>
          <p:cNvSpPr txBox="1"/>
          <p:nvPr/>
        </p:nvSpPr>
        <p:spPr>
          <a:xfrm>
            <a:off x="10467374" y="5830909"/>
            <a:ext cx="148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HR, finance, </a:t>
            </a:r>
            <a:r>
              <a:rPr lang="en-US" sz="1400" dirty="0" err="1" smtClean="0"/>
              <a:t>IT,etc</a:t>
            </a:r>
            <a:endParaRPr lang="en-US" sz="1400" dirty="0"/>
          </a:p>
          <a:p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3739617" y="1135086"/>
            <a:ext cx="85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option 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5638215" y="639089"/>
            <a:ext cx="75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Show </a:t>
            </a:r>
            <a:endParaRPr lang="en-US" dirty="0"/>
          </a:p>
        </p:txBody>
      </p:sp>
      <p:cxnSp>
        <p:nvCxnSpPr>
          <p:cNvPr id="66" name="Straight Arrow Connector 65"/>
          <p:cNvCxnSpPr>
            <a:stCxn id="32" idx="3"/>
            <a:endCxn id="59" idx="1"/>
          </p:cNvCxnSpPr>
          <p:nvPr/>
        </p:nvCxnSpPr>
        <p:spPr>
          <a:xfrm>
            <a:off x="7804233" y="4701788"/>
            <a:ext cx="629484" cy="829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34" idx="3"/>
          </p:cNvCxnSpPr>
          <p:nvPr/>
        </p:nvCxnSpPr>
        <p:spPr>
          <a:xfrm flipV="1">
            <a:off x="7852454" y="5526980"/>
            <a:ext cx="459501" cy="75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73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641023" y="3195686"/>
            <a:ext cx="1206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Compare 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19912" y="4387124"/>
            <a:ext cx="9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genders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6970" y="2457022"/>
            <a:ext cx="13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Department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43341" y="136906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Sarlaries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59060" y="2272356"/>
            <a:ext cx="1220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Performce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859060" y="3011020"/>
            <a:ext cx="115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Experince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11880" y="4318375"/>
            <a:ext cx="8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Salary 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645965" y="5218159"/>
            <a:ext cx="1220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Performce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15" name="Straight Connector 14"/>
          <p:cNvCxnSpPr>
            <a:stCxn id="2" idx="1"/>
            <a:endCxn id="8" idx="1"/>
          </p:cNvCxnSpPr>
          <p:nvPr/>
        </p:nvCxnSpPr>
        <p:spPr>
          <a:xfrm flipV="1">
            <a:off x="1847653" y="2641688"/>
            <a:ext cx="959317" cy="738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" idx="1"/>
            <a:endCxn id="6" idx="1"/>
          </p:cNvCxnSpPr>
          <p:nvPr/>
        </p:nvCxnSpPr>
        <p:spPr>
          <a:xfrm>
            <a:off x="1847653" y="3380352"/>
            <a:ext cx="1172259" cy="119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3"/>
            <a:endCxn id="9" idx="1"/>
          </p:cNvCxnSpPr>
          <p:nvPr/>
        </p:nvCxnSpPr>
        <p:spPr>
          <a:xfrm flipV="1">
            <a:off x="4188567" y="1553735"/>
            <a:ext cx="854774" cy="1087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3"/>
            <a:endCxn id="10" idx="1"/>
          </p:cNvCxnSpPr>
          <p:nvPr/>
        </p:nvCxnSpPr>
        <p:spPr>
          <a:xfrm flipV="1">
            <a:off x="4188567" y="2457022"/>
            <a:ext cx="670493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3"/>
            <a:endCxn id="11" idx="1"/>
          </p:cNvCxnSpPr>
          <p:nvPr/>
        </p:nvCxnSpPr>
        <p:spPr>
          <a:xfrm>
            <a:off x="4188567" y="2641688"/>
            <a:ext cx="670493" cy="55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6" idx="3"/>
            <a:endCxn id="12" idx="1"/>
          </p:cNvCxnSpPr>
          <p:nvPr/>
        </p:nvCxnSpPr>
        <p:spPr>
          <a:xfrm flipV="1">
            <a:off x="3952090" y="4503041"/>
            <a:ext cx="759790" cy="6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3"/>
            <a:endCxn id="13" idx="1"/>
          </p:cNvCxnSpPr>
          <p:nvPr/>
        </p:nvCxnSpPr>
        <p:spPr>
          <a:xfrm>
            <a:off x="3952090" y="4571790"/>
            <a:ext cx="693875" cy="831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Half Frame 28"/>
          <p:cNvSpPr/>
          <p:nvPr/>
        </p:nvSpPr>
        <p:spPr>
          <a:xfrm flipV="1">
            <a:off x="8544672" y="1553735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56036" y="346060"/>
            <a:ext cx="75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Show 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544672" y="2813056"/>
            <a:ext cx="15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Department 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 rot="16370801">
            <a:off x="7829844" y="2042680"/>
            <a:ext cx="72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s,p,ex</a:t>
            </a:r>
            <a:endParaRPr lang="en-US" dirty="0"/>
          </a:p>
        </p:txBody>
      </p:sp>
      <p:sp>
        <p:nvSpPr>
          <p:cNvPr id="33" name="Right Brace 32"/>
          <p:cNvSpPr/>
          <p:nvPr/>
        </p:nvSpPr>
        <p:spPr>
          <a:xfrm>
            <a:off x="6164214" y="1553735"/>
            <a:ext cx="1462071" cy="1628653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Half Frame 33"/>
          <p:cNvSpPr/>
          <p:nvPr/>
        </p:nvSpPr>
        <p:spPr>
          <a:xfrm flipV="1">
            <a:off x="8649938" y="4318375"/>
            <a:ext cx="1023533" cy="1216058"/>
          </a:xfrm>
          <a:prstGeom prst="halfFrame">
            <a:avLst>
              <a:gd name="adj1" fmla="val 6624"/>
              <a:gd name="adj2" fmla="val 57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49938" y="5577696"/>
            <a:ext cx="15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8649938" y="5762362"/>
            <a:ext cx="15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Department 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902764" y="479576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hue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711760" y="4756456"/>
            <a:ext cx="916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counts  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11880" y="5748611"/>
            <a:ext cx="1154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Experince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43" name="Straight Connector 42"/>
          <p:cNvCxnSpPr>
            <a:stCxn id="6" idx="3"/>
            <a:endCxn id="40" idx="1"/>
          </p:cNvCxnSpPr>
          <p:nvPr/>
        </p:nvCxnSpPr>
        <p:spPr>
          <a:xfrm>
            <a:off x="3952090" y="4571790"/>
            <a:ext cx="759670" cy="369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6" idx="3"/>
            <a:endCxn id="41" idx="1"/>
          </p:cNvCxnSpPr>
          <p:nvPr/>
        </p:nvCxnSpPr>
        <p:spPr>
          <a:xfrm>
            <a:off x="3952090" y="4571790"/>
            <a:ext cx="759790" cy="1361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25094" y="1441321"/>
            <a:ext cx="800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option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 rot="16200000">
            <a:off x="7959623" y="4873275"/>
            <a:ext cx="723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s,p,ex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8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111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2024-03-02T12:52:08Z</dcterms:created>
  <dcterms:modified xsi:type="dcterms:W3CDTF">2024-03-02T15:49:25Z</dcterms:modified>
</cp:coreProperties>
</file>